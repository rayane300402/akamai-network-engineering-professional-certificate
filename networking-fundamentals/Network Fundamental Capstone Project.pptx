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86" r:id="rId7"/>
    <p:sldId id="288" r:id="rId8"/>
    <p:sldId id="289" r:id="rId9"/>
    <p:sldId id="297" r:id="rId10"/>
    <p:sldId id="290" r:id="rId11"/>
    <p:sldId id="299" r:id="rId12"/>
    <p:sldId id="294" r:id="rId13"/>
    <p:sldId id="291" r:id="rId14"/>
    <p:sldId id="295" r:id="rId15"/>
    <p:sldId id="300" r:id="rId16"/>
    <p:sldId id="301" r:id="rId17"/>
    <p:sldId id="298" r:id="rId18"/>
    <p:sldId id="29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46" autoAdjust="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4B5A4-9F19-EDF5-2CD9-BCB03B99C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2257E-14EE-58C0-FB8C-33EFCE46D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07C2D-1155-5F52-3A2D-ABADE2EC4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CCA40-BEE8-D189-F2F1-F86EA7AAB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349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C7C40-35FB-F37A-77E9-06986814B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842FCB-2222-3218-A99C-18476E4FC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DF5EF-0F97-E3A4-A84C-B14DBCF96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C33E2-EF13-789A-F010-D24C44DE8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8604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4CDE5-C790-770A-4092-BC09728F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FBCFB-8047-AD1A-53A2-D758EE641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DC7C6-C5E3-7A9B-8CC5-08197C833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60111-929B-DB74-15E1-3E97E0AF1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764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45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7" r:id="rId9"/>
    <p:sldLayoutId id="2147483676" r:id="rId10"/>
    <p:sldLayoutId id="2147483661" r:id="rId11"/>
    <p:sldLayoutId id="2147483666" r:id="rId12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Network Fundamental 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8"/>
            <a:ext cx="9779182" cy="21719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Company Name: Speedwell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Internal Network, DMZ, and Internet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3 pcs + 1 laptop + 1 printer + 3 switch + 3 servers (DHCP, DNS and Website) + 2 routers + Sniffer + 1 access point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1CF742-5C31-1932-FB06-3AF2788B8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792" y="3835570"/>
            <a:ext cx="7287208" cy="3022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980" y="965030"/>
            <a:ext cx="5486400" cy="4114800"/>
          </a:xfrm>
        </p:spPr>
        <p:txBody>
          <a:bodyPr/>
          <a:lstStyle/>
          <a:p>
            <a:r>
              <a:rPr lang="en-US" sz="4000" dirty="0"/>
              <a:t>Network into internal and </a:t>
            </a:r>
            <a:r>
              <a:rPr lang="en-US" sz="4000" dirty="0" err="1"/>
              <a:t>dmz</a:t>
            </a:r>
            <a:r>
              <a:rPr lang="en-US" sz="4000" dirty="0"/>
              <a:t>. The public server is www.speedwell.com and is hosted on DMZ</a:t>
            </a:r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/>
          <a:lstStyle/>
          <a:p>
            <a:r>
              <a:rPr lang="en-US" dirty="0"/>
              <a:t>Internal Network: 192.168.10/24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3598" y="3657600"/>
            <a:ext cx="5120640" cy="1828800"/>
          </a:xfrm>
        </p:spPr>
        <p:txBody>
          <a:bodyPr/>
          <a:lstStyle/>
          <a:p>
            <a:r>
              <a:rPr lang="en-US" dirty="0"/>
              <a:t>We have 2 wired employees and one wireless connected via AP. All their IP is from the DHCP whereas printer is a static IP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396B9A-8EAE-9B27-1526-CBD2EE0F06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06" r="64986"/>
          <a:stretch>
            <a:fillRect/>
          </a:stretch>
        </p:blipFill>
        <p:spPr>
          <a:xfrm>
            <a:off x="590550" y="1099812"/>
            <a:ext cx="3955700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 dirty="0"/>
              <a:t>Internal Network Configs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1FB8BD-2FC6-BD19-A38D-998E58ED5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18" y="2271721"/>
            <a:ext cx="5680131" cy="35594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49ABBD-7FE6-D935-F095-E92FC9ACA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357" y="1527942"/>
            <a:ext cx="6326644" cy="19147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EEF79A-1823-B4E6-0914-720A2C48B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5357" y="3491476"/>
            <a:ext cx="6326644" cy="18385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A06F53-0B7C-5834-A890-2615ADCD29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588" y="5085547"/>
            <a:ext cx="5331770" cy="177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77553"/>
            <a:ext cx="6245912" cy="3269447"/>
          </a:xfrm>
        </p:spPr>
        <p:txBody>
          <a:bodyPr/>
          <a:lstStyle/>
          <a:p>
            <a:r>
              <a:rPr lang="en-US" dirty="0"/>
              <a:t>DMZ Section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492896"/>
            <a:ext cx="6245912" cy="912850"/>
          </a:xfrm>
        </p:spPr>
        <p:txBody>
          <a:bodyPr/>
          <a:lstStyle/>
          <a:p>
            <a:r>
              <a:rPr lang="en-US" dirty="0"/>
              <a:t>Ip is 192.168.20.0. the DMZ will host the web server. This is a NAT router user config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D8E33-0F0F-0AA5-FDC3-BC92D19812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96" r="32499"/>
          <a:stretch>
            <a:fillRect/>
          </a:stretch>
        </p:blipFill>
        <p:spPr>
          <a:xfrm>
            <a:off x="7697755" y="791902"/>
            <a:ext cx="4021494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DMZ Configs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B52AC7-5069-CA74-DAD7-B37F81C1B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66" y="1987420"/>
            <a:ext cx="6266905" cy="40889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70438-25D4-FAFC-6A87-D807D5ADB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628" y="1"/>
            <a:ext cx="5203371" cy="35652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2141BB-631F-0556-0E80-411F3BDC6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989" y="3701798"/>
            <a:ext cx="7602011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69D7-386B-95D3-8C81-20DC1959C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DCA4BC-22EA-78EE-29C8-6D64FA1D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DMZ Configs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AC8DAB-2AC3-E807-C8AF-A565F2D9B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129" y="2500605"/>
            <a:ext cx="6778871" cy="43573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F0A587-F33C-198E-A4C7-37F2C2EC2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90" y="1775301"/>
            <a:ext cx="7783011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70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489" y="457199"/>
            <a:ext cx="5943599" cy="1920240"/>
          </a:xfrm>
        </p:spPr>
        <p:txBody>
          <a:bodyPr/>
          <a:lstStyle/>
          <a:p>
            <a:r>
              <a:rPr lang="en-US" dirty="0"/>
              <a:t>The Internet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9900" y="2706688"/>
            <a:ext cx="5943600" cy="3382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Ip is 55.1.1.0</a:t>
            </a:r>
          </a:p>
          <a:p>
            <a:pPr marL="0" indent="0">
              <a:buNone/>
            </a:pPr>
            <a:r>
              <a:rPr lang="en-US" dirty="0"/>
              <a:t>We are simulating the internet here</a:t>
            </a:r>
          </a:p>
          <a:p>
            <a:pPr marL="0" indent="0">
              <a:buNone/>
            </a:pPr>
            <a:r>
              <a:rPr lang="en-US" dirty="0"/>
              <a:t>We have a </a:t>
            </a:r>
            <a:r>
              <a:rPr lang="en-US" dirty="0" err="1"/>
              <a:t>dns</a:t>
            </a:r>
            <a:r>
              <a:rPr lang="en-US" dirty="0"/>
              <a:t> that will help us with access the speedwell.com site and we have a user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0B4B6A-6DCD-2B7E-558C-0F62697543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520"/>
          <a:stretch>
            <a:fillRect/>
          </a:stretch>
        </p:blipFill>
        <p:spPr>
          <a:xfrm>
            <a:off x="550506" y="457199"/>
            <a:ext cx="4321926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706563"/>
          </a:xfrm>
        </p:spPr>
        <p:txBody>
          <a:bodyPr/>
          <a:lstStyle/>
          <a:p>
            <a:r>
              <a:rPr lang="en-US" dirty="0"/>
              <a:t>Config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E81957-508D-E1B2-AE19-15053CAA1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095" y="1156997"/>
            <a:ext cx="8370003" cy="55216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DCC071-3536-7747-7C5E-041E628A2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02" y="4335625"/>
            <a:ext cx="7830643" cy="1829055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341AB8C-9496-AC4D-5D65-0074E9ACCD80}"/>
              </a:ext>
            </a:extLst>
          </p:cNvPr>
          <p:cNvSpPr txBox="1">
            <a:spLocks/>
          </p:cNvSpPr>
          <p:nvPr/>
        </p:nvSpPr>
        <p:spPr>
          <a:xfrm>
            <a:off x="582295" y="1861197"/>
            <a:ext cx="3569827" cy="33829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chemeClr val="bg1"/>
                </a:solidFill>
              </a:rPr>
              <a:t>Dns</a:t>
            </a:r>
            <a:r>
              <a:rPr lang="en-US" dirty="0">
                <a:solidFill>
                  <a:schemeClr val="bg1"/>
                </a:solidFill>
              </a:rPr>
              <a:t> will help PC2 and the other employees in the internal network to open the site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/>
          <a:lstStyle/>
          <a:p>
            <a:r>
              <a:rPr lang="en-US" dirty="0"/>
              <a:t>Tests ping PC1 &amp; Pc0 to router and site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02D2F1-B63E-753F-1125-216934DC6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23" y="1828800"/>
            <a:ext cx="5934624" cy="38655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777F40-011A-B02B-69E6-099E34AA2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375" y="2006082"/>
            <a:ext cx="7296702" cy="465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AA141-DAF5-C10B-CE7E-2006D74AB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1632-D914-3689-DED4-BC48CD740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/>
          <a:lstStyle/>
          <a:p>
            <a:r>
              <a:rPr lang="en-US" dirty="0"/>
              <a:t>Tests site PC1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60AF3-6899-D90D-F05D-F236166CF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01" y="2071396"/>
            <a:ext cx="7103789" cy="4639620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41037D2-94C6-00C0-7650-97ED9C8A7BC0}"/>
              </a:ext>
            </a:extLst>
          </p:cNvPr>
          <p:cNvSpPr txBox="1">
            <a:spLocks/>
          </p:cNvSpPr>
          <p:nvPr/>
        </p:nvSpPr>
        <p:spPr>
          <a:xfrm>
            <a:off x="1866121" y="4180925"/>
            <a:ext cx="5531239" cy="152007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tested ping before we set the Nat and after we did and finished the DNS and renewed our DHCP then checked the site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075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C2BD3-55F8-ABB1-3FD3-8A5CAD48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ECF9-8FA5-6B0E-8522-D9387CBD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/>
          <a:lstStyle/>
          <a:p>
            <a:r>
              <a:rPr lang="en-US" dirty="0"/>
              <a:t>Tests PC2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C456E2-614E-EDE8-3713-302230D3D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52" y="1828800"/>
            <a:ext cx="7238343" cy="4748025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D2BD2B8-B18B-2ED9-189A-B23A469A559C}"/>
              </a:ext>
            </a:extLst>
          </p:cNvPr>
          <p:cNvSpPr txBox="1">
            <a:spLocks/>
          </p:cNvSpPr>
          <p:nvPr/>
        </p:nvSpPr>
        <p:spPr>
          <a:xfrm>
            <a:off x="8014996" y="3200400"/>
            <a:ext cx="4096140" cy="152007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Tested pc2 to one of the pcs and the site as well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920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786E-306F-FA21-4F87-81A032C6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9288" y="4781798"/>
            <a:ext cx="4659787" cy="1570038"/>
          </a:xfrm>
        </p:spPr>
        <p:txBody>
          <a:bodyPr/>
          <a:lstStyle/>
          <a:p>
            <a:r>
              <a:rPr lang="en-US" sz="3200" dirty="0"/>
              <a:t>This is </a:t>
            </a:r>
            <a:r>
              <a:rPr lang="en-US" sz="3200" dirty="0" err="1"/>
              <a:t>configed</a:t>
            </a:r>
            <a:r>
              <a:rPr lang="en-US" sz="3200" dirty="0"/>
              <a:t> so we can access the site safely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D44287-81A7-FD25-E23B-BEBF93C2B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37" y="1858964"/>
            <a:ext cx="6005384" cy="411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E5DC30-E658-825D-BC45-FCE5B469F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366" y="27992"/>
            <a:ext cx="6989634" cy="449287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41015EF-E801-9E4D-444F-F629A6D7C412}"/>
              </a:ext>
            </a:extLst>
          </p:cNvPr>
          <p:cNvSpPr txBox="1">
            <a:spLocks/>
          </p:cNvSpPr>
          <p:nvPr/>
        </p:nvSpPr>
        <p:spPr>
          <a:xfrm>
            <a:off x="1319892" y="288926"/>
            <a:ext cx="9779183" cy="15700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NAT config</a:t>
            </a:r>
          </a:p>
        </p:txBody>
      </p:sp>
    </p:spTree>
    <p:extLst>
      <p:ext uri="{BB962C8B-B14F-4D97-AF65-F5344CB8AC3E}">
        <p14:creationId xmlns:p14="http://schemas.microsoft.com/office/powerpoint/2010/main" val="1678163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99</TotalTime>
  <Words>252</Words>
  <Application>Microsoft Office PowerPoint</Application>
  <PresentationFormat>Widescreen</PresentationFormat>
  <Paragraphs>42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Tenorite</vt:lpstr>
      <vt:lpstr>Custom</vt:lpstr>
      <vt:lpstr>Network Fundamental Capstone Project</vt:lpstr>
      <vt:lpstr>Infrastructure</vt:lpstr>
      <vt:lpstr>Network into internal and dmz. The public server is www.speedwell.com and is hosted on DMZ</vt:lpstr>
      <vt:lpstr>Internal Network: 192.168.10/24</vt:lpstr>
      <vt:lpstr>Internal Network Configs</vt:lpstr>
      <vt:lpstr>DMZ Section</vt:lpstr>
      <vt:lpstr>DMZ Configs</vt:lpstr>
      <vt:lpstr>DMZ Configs 2</vt:lpstr>
      <vt:lpstr>The Internet</vt:lpstr>
      <vt:lpstr>Config</vt:lpstr>
      <vt:lpstr>Tests ping PC1 &amp; Pc0 to router and site</vt:lpstr>
      <vt:lpstr>Tests site PC1</vt:lpstr>
      <vt:lpstr>Tests PC2 </vt:lpstr>
      <vt:lpstr>This is configed so we can access the site safely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Rayane A. Naboulsi</dc:creator>
  <cp:lastModifiedBy>Rayane A. Naboulsi</cp:lastModifiedBy>
  <cp:revision>1</cp:revision>
  <dcterms:created xsi:type="dcterms:W3CDTF">2025-11-25T08:17:35Z</dcterms:created>
  <dcterms:modified xsi:type="dcterms:W3CDTF">2025-11-25T09:57:11Z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